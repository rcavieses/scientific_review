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3200400"/>
            <a:ext cx="3474720" cy="2286000"/>
          </a:xfrm>
          <a:prstGeom prst="rect">
            <a:avLst/>
          </a:prstGeom>
          <a:solidFill>
            <a:srgbClr val="0097A7">
              <a:alpha val="18000"/>
            </a:srgbClr>
          </a:solidFill>
          <a:ln w="12700">
            <a:solidFill>
              <a:srgbClr val="0097A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"/>
            <a:ext cx="2743200" cy="2743200"/>
          </a:xfrm>
          <a:prstGeom prst="rect">
            <a:avLst/>
          </a:prstGeom>
          <a:solidFill>
            <a:srgbClr val="0D6EFD">
              <a:alpha val="15000"/>
            </a:srgbClr>
          </a:solidFill>
          <a:ln w="12700">
            <a:solidFill>
              <a:srgbClr val="0D6EF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474720"/>
            <a:ext cx="3200400" cy="201168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Revisión Científica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· Clasificación · RAG · Grafo de Conocimiento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804672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6 fases  •  APIs académicas múltiples  •  IA con Claude  •  Índice vectorial FAISS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 del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PRINCIPAL  →  6 FASES SECUENCIALES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126187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71600"/>
            <a:ext cx="1261872" cy="1828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716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572768"/>
            <a:ext cx="1261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17904" y="1627632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00784" y="1371600"/>
            <a:ext cx="126187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0784" y="1371600"/>
            <a:ext cx="1261872" cy="1828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0784" y="13716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00784" y="1572768"/>
            <a:ext cx="1261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Dominios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62656" y="1627632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45536" y="1371600"/>
            <a:ext cx="126187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45536" y="1371600"/>
            <a:ext cx="1261872" cy="1828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3716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45536" y="1572768"/>
            <a:ext cx="1261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Claude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07408" y="1627632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90288" y="1371600"/>
            <a:ext cx="126187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1371600"/>
            <a:ext cx="1261872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3716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0288" y="1572768"/>
            <a:ext cx="1261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1627632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35040" y="1371600"/>
            <a:ext cx="126187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371600"/>
            <a:ext cx="1261872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3716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1572768"/>
            <a:ext cx="1261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96912" y="1627632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79792" y="1371600"/>
            <a:ext cx="126187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9792" y="1371600"/>
            <a:ext cx="1261872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137160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79792" y="1572768"/>
            <a:ext cx="1261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Reporte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2542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PARALELOS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2834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2834640"/>
            <a:ext cx="50292" cy="10058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2862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8912" y="31455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Extracción de texto → Chunks (2.000 chars) → Embeddings (384-d) → Índice FAISS → Consultas con Claude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2834640"/>
            <a:ext cx="41330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834640"/>
            <a:ext cx="50292" cy="10058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Conocimiento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37760" y="31455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→ Claude Haiku extrae entidades y relaciones → NetworkX DiGraph → Búsqueda híbrida (grafo + vector)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56032" y="3977640"/>
            <a:ext cx="8631936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3977640"/>
            <a:ext cx="8631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SALIDAS:  Reporte MD/PDF  ·  Tablas CSV/Excel  ·  Figuras estadísticas  ·  Índice FAISS  ·  Grafo JSON  ·  HTML interactivo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Búsqueda Académica Multi-Fuente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6949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7 fuentes académicas con deduplicación automática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5029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24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252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DOI, autores, abstracts — sin auth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54076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540764"/>
            <a:ext cx="50292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5407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/ PMC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7693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médicos, MeSH, acceso abierto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0574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057400"/>
            <a:ext cx="50292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Preprints, enlaces PDF directos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57403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574036"/>
            <a:ext cx="50292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5740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8026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académica avanzada, sin auth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0906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090672"/>
            <a:ext cx="50292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090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con soporte de proxy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60730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607308"/>
            <a:ext cx="50292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6073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Scopus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38359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API key — citaciones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12394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4123944"/>
            <a:ext cx="50292" cy="457200"/>
          </a:xfrm>
          <a:prstGeom prst="rect">
            <a:avLst/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123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Direct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" y="43525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API key — artículos de pago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024128"/>
            <a:ext cx="42062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0E0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Integración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1481328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0368" y="1463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términos de dominio desde CSV (domain1, domain2, domain3)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74336" y="1847088"/>
            <a:ext cx="18288" cy="274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2139696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0368" y="21214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los 7 adaptadores de búsqueda en paralelo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74336" y="2505456"/>
            <a:ext cx="18288" cy="274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279806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30368" y="27797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Deduplicar resultados por DOI y título normalizado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74336" y="3163824"/>
            <a:ext cx="18288" cy="2743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3456432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30368" y="34381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integrated_results.json e integrated_abstracts.json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663440" y="4133088"/>
            <a:ext cx="4206240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133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PDFs:  Unpaywall · arXiv · PMC (acceso abierto)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2 y 3 — Análisis de Dominios y Clasificación con 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062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2062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Análisis de Dominios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33502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3350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los resultados de integrated_results.json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83794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37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texto: minúsculas, sin caracteres especiales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34086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408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presencia de términos de dominio en título/abstract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84378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8437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frecuencias de términos por dominio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34670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46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 intersecciones (métricas tipo diagrama de Venn)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849624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849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flags binarios: in_domain1, in_domain2, in_domain3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370832"/>
            <a:ext cx="4023360" cy="347472"/>
          </a:xfrm>
          <a:prstGeom prst="rect">
            <a:avLst/>
          </a:prstGeom>
          <a:solidFill>
            <a:srgbClr val="E0F7FA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3708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domain_analyzed_results.json  ·  domain_statistics.csv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81728" y="960120"/>
            <a:ext cx="42062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960120"/>
            <a:ext cx="4206240" cy="2743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Clasificación con Claude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9744" y="1335024"/>
            <a:ext cx="347472" cy="34747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48656" y="13350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archivo questions.json con preguntas de clasificación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9744" y="1837944"/>
            <a:ext cx="347472" cy="34747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48656" y="1837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artículos en lotes de 5 (batch processing)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9744" y="2340864"/>
            <a:ext cx="347472" cy="34747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48656" y="23408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prompt con metadatos del artículo + preguntas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9744" y="2843784"/>
            <a:ext cx="347472" cy="34747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48656" y="28437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Claude Sonnet API por lote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9744" y="3346704"/>
            <a:ext cx="347472" cy="34747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48656" y="3346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 respuesta y adjunta clasificación a cada artículo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9744" y="3849624"/>
            <a:ext cx="347472" cy="347472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48656" y="3849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resultados incrementalmente (reanudable)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73168" y="4370832"/>
            <a:ext cx="4023360" cy="347472"/>
          </a:xfrm>
          <a:prstGeom prst="rect">
            <a:avLst/>
          </a:prstGeom>
          <a:solidFill>
            <a:srgbClr val="F3E5F5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43708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classified_results.json  ·  Modelo: claude-sonnet-4-6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4, 5 y 6 — Análisis, Exportación y Reporte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834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2834640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Visualización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" y="1645920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analysis_generator.py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" y="2194560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gráficos de distribución por dominio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" y="2743200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7432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estadísticas de frecuencia de términos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" y="3291840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2918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figuras a figures_dir/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" y="3840480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8404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statistics.json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" y="4352544"/>
            <a:ext cx="2688336" cy="347472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435254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Figuras PNG  ·  statistics.json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27832" y="987552"/>
            <a:ext cx="2834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987552"/>
            <a:ext cx="283464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27832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Datos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55848" y="164592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76472" y="16459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export_articles_table.py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55848" y="219456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76472" y="21945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classified_results.json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55848" y="274320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76472" y="27432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Formatea todas las columnas y clasificaciones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55848" y="329184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76472" y="32918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 CSV o Excel (.xlsx)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55848" y="384048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55848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776472" y="38404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integridad del archivo generado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00984" y="4352544"/>
            <a:ext cx="2688336" cy="347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0984" y="435254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articles_table.csv  ·  articles_table.xlsx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27064" y="987552"/>
            <a:ext cx="2834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27064" y="987552"/>
            <a:ext cx="2834640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7064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27064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55080" y="1645920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75704" y="16459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report_generator.py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2194560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775704" y="21945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métricas de todas las fases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55080" y="2743200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775704" y="27432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reporte en formato Markdown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55080" y="3291840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775704" y="32918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a PDF vía Pandoc (opcional)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55080" y="3840480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775704" y="38404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tablas, estadísticas y conclusiones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00216" y="4352544"/>
            <a:ext cx="2688336" cy="347472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0216" y="435254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scientific_review_report.md  ·  .pdf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 — Retrieval Augmented Generation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6949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sobre literatura científica indexada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280160" cy="7772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descargados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170432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36776" y="1005840"/>
            <a:ext cx="128016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36776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36776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(1 y 2 col.)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16936" y="1170432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44952" y="1005840"/>
            <a:ext cx="1280160" cy="7772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44952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chars / 200 overlap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25112" y="1170432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53128" y="1005840"/>
            <a:ext cx="128016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53128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(384-d)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33288" y="1170432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61304" y="1005840"/>
            <a:ext cx="128016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61304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FlatIP (cosine similarity)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41464" y="1170432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1005840"/>
            <a:ext cx="1280160" cy="7772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+ fuentes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1993392"/>
            <a:ext cx="21031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1993392"/>
            <a:ext cx="50292" cy="2697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039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PdfPlumberExtractor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Detecta layouts de 1 y 2 columnas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4904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Preserva estructura de párrafos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4904" y="36941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Retorna lista de (page_num, text)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59736" y="1993392"/>
            <a:ext cx="21031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59736" y="1993392"/>
            <a:ext cx="50292" cy="2697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2039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TextChunker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06040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Chunks de 2.000 caracteres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06040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Overlap de 200 chars (sliding window)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06040" y="36941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Consciente de párrafos y oraciones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90872" y="1993392"/>
            <a:ext cx="21031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90872" y="1993392"/>
            <a:ext cx="50292" cy="2697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37176" y="2039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VectorDBManager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37176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Índice FAISS FlatIP (producto interno)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37176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Normalización → similaridad coseno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37176" y="36941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Persistencia: index.faiss + metadata.json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22008" y="1993392"/>
            <a:ext cx="21031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22008" y="1993392"/>
            <a:ext cx="50292" cy="26974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68312" y="2039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RAGQueryEngine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68312" y="2377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Pregunta → vector → top-k chunks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68312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Contexto + pregunta enviados a Claude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068312" y="36941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Respuesta con fuentes citadas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  106 chunks indexados  ·  3 papers procesados  ·  Idempotente (omite PDFs ya procesados)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Conocimiento — GraphRAG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6949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entidades y relaciones con Claude Haiku · Búsqueda híbrida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2743200" cy="25603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Entidad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298448"/>
            <a:ext cx="146304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2984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1847088"/>
            <a:ext cx="146304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8470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395728"/>
            <a:ext cx="146304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395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2944368"/>
            <a:ext cx="146304" cy="2926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3493008"/>
            <a:ext cx="146304" cy="2926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493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4041648"/>
            <a:ext cx="146304" cy="2926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4041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960120"/>
            <a:ext cx="2834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960120"/>
            <a:ext cx="2834640" cy="2560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960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Relación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1298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studies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1847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found_in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395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interacts_with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measured_by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493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published_in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co_occurs_with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960120"/>
            <a:ext cx="26060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960120"/>
            <a:ext cx="2606040" cy="25603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960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Grafo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45936" y="1298448"/>
            <a:ext cx="2532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345936" y="1755648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45936" y="2048256"/>
            <a:ext cx="2532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345936" y="250545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45936" y="2798064"/>
            <a:ext cx="2532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345936" y="3255264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fuente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45936" y="3657600"/>
            <a:ext cx="2377440" cy="822960"/>
          </a:xfrm>
          <a:prstGeom prst="rect">
            <a:avLst/>
          </a:prstGeom>
          <a:solidFill>
            <a:srgbClr val="F3E5F5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.html con NetworkX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grafo HTML filtrable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4800600"/>
            <a:ext cx="865936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800600"/>
            <a:ext cx="8659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 Chunks → GraphExtractor (Claude Haiku) → KnowledgeGraphStore (NetworkX) → GraphQueryEngine (Híbrido grafo + vector)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Dependencias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50292" cy="18288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424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Modelos de Lenguaje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37160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 Sonnet 4.6 — clasificación y consultas RAG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70992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 Haiku 4.5 — extracción del grafo (eficiente)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204825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all-MiniLM-L6-v2 — embeddings locales (384-d)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238658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OpenAI / HuggingFace — embeddings alternativos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28032" y="98755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987552"/>
            <a:ext cx="50292" cy="18288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0424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Datos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4336" y="137160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FAISS (FlatIP) — índice de vectores de alta velocidad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74336" y="170992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NetworkX — grafo dirigido en memoria + JSON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74336" y="204825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pdfplumber — extracción de texto en PDF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4336" y="238658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SentenceTransformers — embeddings locales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99923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999232"/>
            <a:ext cx="50292" cy="18288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0540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Académicas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" y="338328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Crossref · PubMed · arXiv (sin clave)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" y="372160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Semantic Scholar · Google Scholar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" y="405993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Elsevier Scopus · Science Direct (clave requerida)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" y="439826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Unpaywall — enlace a PDFs en acceso abierto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99923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28032" y="2999232"/>
            <a:ext cx="50292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30540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74336" y="338328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3.x — lenguaje principal del pipeline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74336" y="372160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Anthropic SDK — comunicación con Claude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74336" y="405993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Pandoc — conversión Markdown → PDF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74336" y="439826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152 tests unitarios (cobertura 100%)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4709160"/>
            <a:ext cx="8631936" cy="347472"/>
          </a:xfrm>
          <a:prstGeom prst="rect">
            <a:avLst/>
          </a:prstGeom>
          <a:solidFill>
            <a:srgbClr val="0A1628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70916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vía argumentos CLI  ·  API keys en secrets/  ·  Logs centralizados con Logger  ·  snake_case · PascalCase · f-strings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y Estado del Proyecto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609344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1609344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607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6032" y="18745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0" y="987552"/>
            <a:ext cx="1609344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987552"/>
            <a:ext cx="1609344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0607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67328" y="987552"/>
            <a:ext cx="1609344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67328" y="987552"/>
            <a:ext cx="1609344" cy="731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0607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767328" y="18745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grafo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22976" y="987552"/>
            <a:ext cx="1609344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22976" y="987552"/>
            <a:ext cx="1609344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0607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522976" y="18745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78624" y="987552"/>
            <a:ext cx="1609344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78624" y="987552"/>
            <a:ext cx="1609344" cy="731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10607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7278624" y="18745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2615184"/>
            <a:ext cx="206654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615184"/>
            <a:ext cx="50292" cy="2148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0624" y="2999232"/>
            <a:ext cx="17922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cobertura en 5 fases.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 discover pasa completamente.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59736" y="2615184"/>
            <a:ext cx="206654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59736" y="2615184"/>
            <a:ext cx="50292" cy="21488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FAISS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24328" y="2999232"/>
            <a:ext cx="17922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all-MiniLM-L6-v2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Dimensión: 384  ·  Tipo: FlatIP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Últ. actualización: 2026-04-08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615184"/>
            <a:ext cx="206654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615184"/>
            <a:ext cx="50292" cy="21488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Conocimiento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28032" y="2999232"/>
            <a:ext cx="17922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NetworkX DiGraph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Últ. actualización: 2026-04-13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67144" y="2615184"/>
            <a:ext cx="2066544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67144" y="2615184"/>
            <a:ext cx="50292" cy="21488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31736" y="26700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Estado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031736" y="2999232"/>
            <a:ext cx="17922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Idempotente: re-ejecución segura.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--only-search y --only-analysis.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centralizados.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4864608"/>
            <a:ext cx="8631936" cy="256032"/>
          </a:xfrm>
          <a:prstGeom prst="rect">
            <a:avLst/>
          </a:prstGeom>
          <a:solidFill>
            <a:srgbClr val="13294B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86460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master_script.py  ·  --only-search  ·  --only-analysis  ·  python -m unittest discover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4663440"/>
            <a:ext cx="2926080" cy="731520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"/>
            <a:ext cx="2743200" cy="1828800"/>
          </a:xfrm>
          <a:prstGeom prst="rect">
            <a:avLst/>
          </a:prstGeom>
          <a:solidFill>
            <a:srgbClr val="0D6EFD">
              <a:alpha val="8000"/>
            </a:srgbClr>
          </a:solidFill>
          <a:ln w="12700">
            <a:solidFill>
              <a:srgbClr val="0D6EF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804672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modular de 6 fases con ejecución idempotente y reanudable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755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7 fuentes académicas y descarga automática de PDFs en acceso abierto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682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inteligente con Claude — adaptable a cualquier conjunto de preguntas de investigación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809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98094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semántico sobre literatura científica con FAISS y embeddings de 384 dimensiones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935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5935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conocimiento con 380 entidades y 275 relaciones para exploración avanzada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tests aprobados — listo para revisiones sistemáticas en producción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Review Pipeline  ·  Abril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Revisión Científica</dc:title>
  <dc:subject>PptxGenJS Presentation</dc:subject>
  <dc:creator>Capitan</dc:creator>
  <cp:lastModifiedBy>Capitan</cp:lastModifiedBy>
  <cp:revision>1</cp:revision>
  <dcterms:created xsi:type="dcterms:W3CDTF">2026-04-14T16:48:51Z</dcterms:created>
  <dcterms:modified xsi:type="dcterms:W3CDTF">2026-04-14T16:48:51Z</dcterms:modified>
</cp:coreProperties>
</file>